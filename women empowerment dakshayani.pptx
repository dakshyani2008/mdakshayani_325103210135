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90" d="100"/>
          <a:sy n="90" d="100"/>
        </p:scale>
        <p:origin x="5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220" y="586244"/>
            <a:ext cx="8639503" cy="832653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ctr"/>
            <a:r>
              <a:rPr lang="en-US" sz="2400" dirty="0" smtClean="0"/>
              <a:t>GAYAT</a:t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GAYATRI VIDYA PARISHAD COLLEGE OF ENGINEERING FOR WOMEN 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56" y="4019302"/>
            <a:ext cx="8455467" cy="1813939"/>
          </a:xfrm>
        </p:spPr>
        <p:txBody>
          <a:bodyPr>
            <a:normAutofit fontScale="85000" lnSpcReduction="10000"/>
          </a:bodyPr>
          <a:lstStyle/>
          <a:p>
            <a:r>
              <a:rPr lang="en-US" sz="3800" dirty="0" smtClean="0">
                <a:solidFill>
                  <a:schemeClr val="accent2">
                    <a:lumMod val="50000"/>
                  </a:schemeClr>
                </a:solidFill>
              </a:rPr>
              <a:t>WOMEN EMPOWERMENT IN MODERN SOCIETY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       NAME:M DAKSHAYANI     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ROLL NO: 325103210135</a:t>
            </a:r>
          </a:p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BRANCH:CSE-3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Gayatri Vidya Parishad College of Engineering | Visakhapatn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17" y="1685254"/>
            <a:ext cx="2095507" cy="206769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096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57048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800" dirty="0" smtClean="0">
                <a:latin typeface="Arial Rounded MT Bold" panose="020F0704030504030204" pitchFamily="34" charset="0"/>
              </a:rPr>
              <a:t>WOMEN EMPOWERMENT IN MODERN SOCIETY</a:t>
            </a:r>
            <a:endParaRPr lang="en-IN" sz="28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014" y="7418885"/>
            <a:ext cx="8243988" cy="41132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5007" y="1545021"/>
            <a:ext cx="7504386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Introduction :</a:t>
            </a:r>
          </a:p>
          <a:p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Women empowerment = increasing women’s ability to control their lives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Focuses on equality, rights, education, decision-making, and economic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independence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Crucial for social, economic, and political development.</a:t>
            </a:r>
          </a:p>
        </p:txBody>
      </p:sp>
      <p:pic>
        <p:nvPicPr>
          <p:cNvPr id="5" name="Picture 4" descr="Women Faces Profile Portraits PNG Images | JPG Free Download - Pikb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599" y="3039417"/>
            <a:ext cx="2077470" cy="1731111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77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493" y="592093"/>
            <a:ext cx="7878086" cy="67266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IN" dirty="0"/>
              <a:t>Importance of Women Empowerment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0493" y="1456950"/>
            <a:ext cx="7762473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Strengthens economies and reduces poverty.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gender equality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</a:t>
            </a:r>
            <a:r>
              <a:rPr kumimoji="0" lang="en-US" alt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health and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inclusive and sustainable development.</a:t>
            </a:r>
          </a:p>
        </p:txBody>
      </p:sp>
      <p:pic>
        <p:nvPicPr>
          <p:cNvPr id="2053" name="Picture 5" descr="Women Empowerment PNG Transparent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816" y="2067155"/>
            <a:ext cx="2314356" cy="245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10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AREA OF EMPOWERMENT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7335" y="1502979"/>
            <a:ext cx="5605132" cy="3541987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Education empowerment</a:t>
            </a:r>
            <a:endParaRPr lang="en-US" sz="3200" dirty="0" smtClean="0"/>
          </a:p>
          <a:p>
            <a:r>
              <a:rPr lang="en-US" sz="3200" b="1" dirty="0" smtClean="0"/>
              <a:t>Economic </a:t>
            </a:r>
            <a:r>
              <a:rPr lang="en-US" sz="3200" b="1" dirty="0"/>
              <a:t>empowerment</a:t>
            </a:r>
            <a:endParaRPr lang="en-US" sz="3200" dirty="0"/>
          </a:p>
          <a:p>
            <a:r>
              <a:rPr lang="en-US" sz="3200" b="1" dirty="0" smtClean="0"/>
              <a:t>Political empowerment</a:t>
            </a:r>
            <a:endParaRPr lang="en-US" sz="3200" dirty="0" smtClean="0"/>
          </a:p>
          <a:p>
            <a:r>
              <a:rPr lang="en-US" sz="3200" b="1" dirty="0" smtClean="0"/>
              <a:t>Social </a:t>
            </a:r>
            <a:r>
              <a:rPr lang="en-US" sz="3200" b="1" dirty="0"/>
              <a:t>empowerment</a:t>
            </a:r>
            <a:endParaRPr lang="en-US" sz="3200" dirty="0"/>
          </a:p>
          <a:p>
            <a:r>
              <a:rPr lang="en-US" sz="3200" b="1" dirty="0"/>
              <a:t>Legal empowerment</a:t>
            </a:r>
            <a:endParaRPr lang="en-US" sz="3200" dirty="0"/>
          </a:p>
        </p:txBody>
      </p:sp>
      <p:pic>
        <p:nvPicPr>
          <p:cNvPr id="7" name="Picture 10" descr="15+ Thousand Business Women Empowerment Royalty-Free Images, Stock Photos &amp;  Pictures |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989" y="1772745"/>
            <a:ext cx="3656658" cy="282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437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41780"/>
            <a:ext cx="4357121" cy="630621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 fontScale="90000"/>
          </a:bodyPr>
          <a:lstStyle/>
          <a:p>
            <a:r>
              <a:rPr lang="en-US" dirty="0" smtClean="0"/>
              <a:t>ROLE OF TECHNOLOGY</a:t>
            </a:r>
            <a:endParaRPr lang="en-IN" dirty="0"/>
          </a:p>
        </p:txBody>
      </p:sp>
      <p:sp>
        <p:nvSpPr>
          <p:cNvPr id="4" name="AutoShape 2" descr="Women's Day – India N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334" y="1323438"/>
            <a:ext cx="9433618" cy="422307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Digital </a:t>
            </a:r>
            <a:r>
              <a:rPr lang="en-US" sz="2400" dirty="0"/>
              <a:t>literacy programs for women.</a:t>
            </a:r>
          </a:p>
          <a:p>
            <a:r>
              <a:rPr lang="en-US" sz="2400" dirty="0"/>
              <a:t>Online job opportunities and remote work.</a:t>
            </a:r>
          </a:p>
          <a:p>
            <a:r>
              <a:rPr lang="en-US" sz="2400" dirty="0"/>
              <a:t>Women in STEM fields.</a:t>
            </a:r>
          </a:p>
          <a:p>
            <a:r>
              <a:rPr lang="en-US" sz="2400" dirty="0"/>
              <a:t>Social media as a platform for awareness and advocacy</a:t>
            </a:r>
          </a:p>
        </p:txBody>
      </p:sp>
      <p:pic>
        <p:nvPicPr>
          <p:cNvPr id="5124" name="Picture 4" descr="6 SOCIAL CHALLENGES FOR WOMEN IN 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555" y="3434974"/>
            <a:ext cx="6400800" cy="342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78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312738"/>
            <a:ext cx="11149673" cy="53181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Challenges to Women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Empowerment 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 </a:t>
            </a:r>
            <a:r>
              <a:rPr lang="en-US" sz="2800" b="1" dirty="0" smtClean="0"/>
              <a:t>1.</a:t>
            </a:r>
            <a:r>
              <a:rPr lang="en-US" sz="2800" dirty="0" smtClean="0"/>
              <a:t>Gender </a:t>
            </a:r>
            <a:r>
              <a:rPr lang="en-US" sz="2800" dirty="0"/>
              <a:t>discrimination and stereotypes.</a:t>
            </a:r>
            <a:br>
              <a:rPr lang="en-US" sz="2800" dirty="0"/>
            </a:br>
            <a:r>
              <a:rPr lang="en-US" sz="2800" dirty="0" smtClean="0"/>
              <a:t> 2.Violence </a:t>
            </a:r>
            <a:r>
              <a:rPr lang="en-US" sz="2800" dirty="0"/>
              <a:t>and harassment.</a:t>
            </a:r>
            <a:br>
              <a:rPr lang="en-US" sz="2800" dirty="0"/>
            </a:br>
            <a:r>
              <a:rPr lang="en-US" sz="2800" dirty="0"/>
              <a:t> </a:t>
            </a:r>
            <a:r>
              <a:rPr lang="en-US" sz="2800" dirty="0" smtClean="0"/>
              <a:t>3.Unequal </a:t>
            </a:r>
            <a:r>
              <a:rPr lang="en-US" sz="2800" dirty="0"/>
              <a:t>access to education </a:t>
            </a:r>
            <a:r>
              <a:rPr lang="en-US" sz="2800" dirty="0" smtClean="0"/>
              <a:t>and healthcare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 smtClean="0"/>
              <a:t> 4.Wage </a:t>
            </a:r>
            <a:r>
              <a:rPr lang="en-US" sz="2800" dirty="0"/>
              <a:t>gap and economic inequality.</a:t>
            </a:r>
            <a:br>
              <a:rPr lang="en-US" sz="2800" dirty="0"/>
            </a:br>
            <a:r>
              <a:rPr lang="en-US" sz="2800" dirty="0" smtClean="0"/>
              <a:t> 5.Cultural </a:t>
            </a:r>
            <a:r>
              <a:rPr lang="en-US" sz="2800" dirty="0"/>
              <a:t>and social barriers.</a:t>
            </a:r>
          </a:p>
        </p:txBody>
      </p:sp>
      <p:sp>
        <p:nvSpPr>
          <p:cNvPr id="4" name="AutoShape 2" descr="Women's Day – India N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77334" y="6857999"/>
            <a:ext cx="8596668" cy="11035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9" name="AutoShape 12" descr="Major Challenges faced by working women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4" descr="Major Challenges faced by working women ..."/>
          <p:cNvSpPr>
            <a:spLocks noChangeAspect="1" noChangeArrowheads="1"/>
          </p:cNvSpPr>
          <p:nvPr/>
        </p:nvSpPr>
        <p:spPr bwMode="auto">
          <a:xfrm flipH="1" flipV="1">
            <a:off x="765175" y="465138"/>
            <a:ext cx="9196406" cy="919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18" name="Picture 22" descr="Major Challenges faced by working women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971826"/>
            <a:ext cx="8084535" cy="33584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42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5187950"/>
            <a:ext cx="8596313" cy="2022475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7170" name="Picture 2" descr="Ways to Women Empowerment - Slid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70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361" y="393404"/>
            <a:ext cx="5330062" cy="595424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Successful stories of women</a:t>
            </a: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AutoShape 8" descr="Malala Yousafzai Honored for Her Efforts to Combat Gender Apartheid Ten  Years After Receiving the Nobel Peace Prize | Council on Foreign Relations"/>
          <p:cNvSpPr>
            <a:spLocks noGrp="1" noChangeAspect="1" noChangeArrowheads="1"/>
          </p:cNvSpPr>
          <p:nvPr>
            <p:ph sz="half" idx="1"/>
          </p:nvPr>
        </p:nvSpPr>
        <p:spPr bwMode="auto">
          <a:xfrm>
            <a:off x="677334" y="2160589"/>
            <a:ext cx="4184035" cy="42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9" name="AutoShape 10" descr="Malala Yousafzai Honored for Her Efforts to Combat Gender Apartheid Ten  Years After Receiving the Nobel Peace Prize | Council on Foreign Relations"/>
          <p:cNvSpPr>
            <a:spLocks noChangeAspect="1" noChangeArrowheads="1"/>
          </p:cNvSpPr>
          <p:nvPr/>
        </p:nvSpPr>
        <p:spPr bwMode="auto">
          <a:xfrm>
            <a:off x="2616951" y="526751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 descr="Malala Yousafzai Honored for Her Efforts to Combat Gender Apartheid Ten  Years After Receiving the Nobel Peace Prize | Council on Foreign Relati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9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124</TotalTime>
  <Words>136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Rounded MT Bold</vt:lpstr>
      <vt:lpstr>Trebuchet MS</vt:lpstr>
      <vt:lpstr>Wingdings 3</vt:lpstr>
      <vt:lpstr>Facet</vt:lpstr>
      <vt:lpstr>GAYAT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GAYATRI VIDYA PARISHAD COLLEGE OF ENGINEERING FOR WOMEN </vt:lpstr>
      <vt:lpstr>WOMEN EMPOWERMENT IN MODERN SOCIETY</vt:lpstr>
      <vt:lpstr>Importance of Women Empowerment</vt:lpstr>
      <vt:lpstr>KEY AREA OF EMPOWERMENT </vt:lpstr>
      <vt:lpstr>ROLE OF TECHNOLOGY</vt:lpstr>
      <vt:lpstr>Challenges to Women Empowerment :  1.Gender discrimination and stereotypes.  2.Violence and harassment.  3.Unequal access to education and healthcare.  4.Wage gap and economic inequality.  5.Cultural and social barriers.</vt:lpstr>
      <vt:lpstr>PowerPoint Presentation</vt:lpstr>
      <vt:lpstr>Successful stories of women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GAYATRI VIDYA PARISHAD COLLEGE OF ENGINEERING FOR WOMEN</dc:title>
  <dc:creator>GVPW</dc:creator>
  <cp:lastModifiedBy>GVPW</cp:lastModifiedBy>
  <cp:revision>13</cp:revision>
  <dcterms:created xsi:type="dcterms:W3CDTF">2025-11-20T07:30:58Z</dcterms:created>
  <dcterms:modified xsi:type="dcterms:W3CDTF">2025-11-20T09:35:25Z</dcterms:modified>
</cp:coreProperties>
</file>